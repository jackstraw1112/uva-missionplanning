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反辐射无人机仿真系统：三项评估指标介绍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范围：辐射源压制效益 / 攻击毁伤能力 / 联合作战效果影响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三项评估指标总览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133856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017520"/>
                <a:gridCol w="3840480"/>
                <a:gridCol w="2651760"/>
              </a:tblGrid>
              <a:tr h="1097280">
                <a:tc>
                  <a:txBody>
                    <a:bodyPr/>
                    <a:lstStyle/>
                    <a:p>
                      <a:pPr algn="ctr">
                        <a:defRPr b="1" sz="1600"/>
                      </a:pPr>
                      <a:r>
                        <a:t>评估项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b="1" sz="1600"/>
                      </a:pPr>
                      <a:r>
                        <a:t>核心指标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b="1" sz="1600"/>
                      </a:pPr>
                      <a:r>
                        <a:t>指标含义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b="1" sz="1600"/>
                      </a:pPr>
                      <a:r>
                        <a:t>建议判定阈值</a:t>
                      </a:r>
                    </a:p>
                  </a:txBody>
                  <a:tcPr/>
                </a:tc>
              </a:tr>
              <a:tr h="109728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辐射源压制效益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P1、P2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P1：雷达关机覆盖率；P2：区域防空压制覆盖率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P1&gt;=50%</a:t>
                      </a:r>
                    </a:p>
                    <a:p>
                      <a:r>
                        <a:t>P2&gt;=60%</a:t>
                      </a:r>
                    </a:p>
                  </a:txBody>
                  <a:tcPr/>
                </a:tc>
              </a:tr>
              <a:tr h="109728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攻击毁伤能力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S1/S2/S3 + E1/E2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S1截获、S2打入、S3毁伤；E1链路达成率、E2硬毁伤达成率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E1/E2越高越优</a:t>
                      </a:r>
                    </a:p>
                  </a:txBody>
                  <a:tcPr/>
                </a:tc>
              </a:tr>
              <a:tr h="109728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联合作战效果影响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J1、J2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J1：关联任务突防成功率提升；J2：敌拦截效能下降率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J1&gt;=15%</a:t>
                      </a:r>
                    </a:p>
                    <a:p>
                      <a:r>
                        <a:t>J2&gt;=50%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评估项一：辐射源压制效益（P1/P2）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核心目标：评估无人机是否压住了雷达，以及是否为战机打开安全突防窗口。</a:t>
            </a:r>
          </a:p>
          <a:p>
            <a:pPr>
              <a:defRPr sz="2200"/>
            </a:pPr>
            <a:r>
              <a:t>P1 雷达关机覆盖率：在攻击窗口内，雷达处于关机状态的时间占比。</a:t>
            </a:r>
          </a:p>
          <a:p>
            <a:pPr>
              <a:defRPr sz="2200"/>
            </a:pPr>
            <a:r>
              <a:t>P2 区域防空压制覆盖率：战机实际暴露在威胁区时，处于安全状态的时间占比。</a:t>
            </a:r>
          </a:p>
          <a:p>
            <a:pPr>
              <a:defRPr sz="2200"/>
            </a:pPr>
            <a:r>
              <a:t>逻辑重点：攻击窗口与突防窗口均由时空关系动态解算，不使用硬编码时长。</a:t>
            </a:r>
          </a:p>
          <a:p>
            <a:pPr>
              <a:defRPr sz="2200"/>
            </a:pPr>
            <a:r>
              <a:t>用途：用于衡量压制战法效果，并作为后续 J 指标的底层诊断依据。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评估项二：攻击毁伤能力（S1/S2/S3, E1/E2）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核心目标：评估无人机“能否打进去、打进去后能否打死”。</a:t>
            </a:r>
          </a:p>
          <a:p>
            <a:pPr>
              <a:defRPr sz="2200"/>
            </a:pPr>
            <a:r>
              <a:t>S1 截获判定：是否进入导引头可截获条件。</a:t>
            </a:r>
          </a:p>
          <a:p>
            <a:pPr>
              <a:defRPr sz="2200"/>
            </a:pPr>
            <a:r>
              <a:t>S2 末段判定：基于俯冲时间线博弈，判断是否在关机对抗中保持有效攻击。</a:t>
            </a:r>
          </a:p>
          <a:p>
            <a:pPr>
              <a:defRPr sz="2200"/>
            </a:pPr>
            <a:r>
              <a:t>S3 毁伤判定：基于起爆质量与目标易损性，输出 K_Kill / F_Disable / Light_Damage。</a:t>
            </a:r>
          </a:p>
          <a:p>
            <a:pPr>
              <a:defRPr sz="2200"/>
            </a:pPr>
            <a:r>
              <a:t>E1/E2 统计：多轮蒙特卡洛后分别统计链路达成率与硬毁伤达成率。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评估项三：联合作战效果影响（J1/J2）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核心目标：评估协同压制是否真正提升我方任务结果并削弱敌方拦截效果。</a:t>
            </a:r>
          </a:p>
          <a:p>
            <a:pPr>
              <a:defRPr sz="2200"/>
            </a:pPr>
            <a:r>
              <a:t>J1 关联任务突防成功率提升幅度：仅在绑定的任务包内计算。</a:t>
            </a:r>
          </a:p>
          <a:p>
            <a:pPr>
              <a:defRPr sz="2200"/>
            </a:pPr>
            <a:r>
              <a:t>J2 关联任务防空拦截效能下降率：仅统计敌方对该任务发射导弹的命中变化。</a:t>
            </a:r>
          </a:p>
          <a:p>
            <a:pPr>
              <a:defRPr sz="2200"/>
            </a:pPr>
            <a:r>
              <a:t>逻辑重点：通过 SUP-ATK 任务映射避免多编队混算，确保评估边界清晰。</a:t>
            </a:r>
          </a:p>
          <a:p>
            <a:pPr>
              <a:defRPr sz="2200"/>
            </a:pPr>
            <a:r>
              <a:t>判定建议：J1&gt;=15% 视为有效；J2&gt;=50% 视为显著削弱敌方拦截。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三项指标的衔接关系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548640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/>
            </a:pPr>
            <a:r>
              <a:t>底层能力评估（战术层）</a:t>
            </a:r>
          </a:p>
          <a:p>
            <a:pPr>
              <a:defRPr sz="2000"/>
            </a:pPr>
            <a:r>
              <a:t>- P1/P2：衡量压制过程是否有效。</a:t>
            </a:r>
          </a:p>
          <a:p>
            <a:pPr>
              <a:defRPr sz="2000"/>
            </a:pPr>
            <a:r>
              <a:t>- S1/S2/S3：衡量单次交战链路是否闭合。</a:t>
            </a:r>
          </a:p>
          <a:p>
            <a:pPr>
              <a:defRPr sz="2000"/>
            </a:pPr>
            <a:r>
              <a:t>- E1/E2：衡量多轮仿真的稳定性与可靠性。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1371600"/>
            <a:ext cx="548640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/>
            </a:pPr>
            <a:r>
              <a:t>联合作战结果评估（任务层）</a:t>
            </a:r>
          </a:p>
          <a:p>
            <a:pPr>
              <a:defRPr sz="2000"/>
            </a:pPr>
            <a:r>
              <a:t>- J1：我方任务成功率提升多少。</a:t>
            </a:r>
          </a:p>
          <a:p>
            <a:pPr>
              <a:defRPr sz="2000"/>
            </a:pPr>
            <a:r>
              <a:t>- J2：敌方拦截效能下降多少。</a:t>
            </a:r>
          </a:p>
          <a:p>
            <a:pPr>
              <a:defRPr sz="2000"/>
            </a:pPr>
            <a:r>
              <a:t>- 当 J 不达标时，回溯 P/S/E 快速定位瓶颈。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建议汇报结构（5分钟）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第1分钟：总体目标与三项评估指标总览（P/S/E/J关系）。</a:t>
            </a:r>
          </a:p>
          <a:p>
            <a:pPr>
              <a:defRPr sz="2200"/>
            </a:pPr>
            <a:r>
              <a:t>第2分钟：辐射源压制效益（P1/P2）定义、数据来源与判定标准。</a:t>
            </a:r>
          </a:p>
          <a:p>
            <a:pPr>
              <a:defRPr sz="2200"/>
            </a:pPr>
            <a:r>
              <a:t>第3分钟：攻击毁伤能力（S1/S2/S3 + E1/E2）流程与意义。</a:t>
            </a:r>
          </a:p>
          <a:p>
            <a:pPr>
              <a:defRPr sz="2200"/>
            </a:pPr>
            <a:r>
              <a:t>第4分钟：联合作战效果影响（J1/J2）及任务映射机制。</a:t>
            </a:r>
          </a:p>
          <a:p>
            <a:pPr>
              <a:defRPr sz="2200"/>
            </a:pPr>
            <a:r>
              <a:t>第5分钟：结论与建议（是否达标、短板在哪、下一步优化方向）。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